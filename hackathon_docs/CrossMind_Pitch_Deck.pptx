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Every large organization wants AI.</a:t>
            </a:r>
            <a:br/>
            <a:r>
              <a:t>None of them want to export their data.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CCCCC"/>
                </a:solidFill>
              </a:defRPr>
            </a:pPr>
            <a:r>
              <a:t>CrossMind — AI BEAVERS Founder Hackathon · June 6,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2000" b="1">
                <a:solidFill>
                  <a:srgbClr val="FFFFFF"/>
                </a:solidFill>
              </a:rPr>
              <a:t>•  The problem is universal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    Healthcare, finance, logistics, legal, industrial — sensitive text cannot leave the local network.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FFFFFF"/>
                </a:solidFill>
              </a:rPr>
              <a:t>•  The buyer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    Every organization with a large specialist model at HQ and smaller models at the edge.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FFFFFF"/>
                </a:solidFill>
              </a:rPr>
              <a:t>•  Today’s choice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    Ban AI entirely — or export full text to a cloud LLM and accept the audit nightmare.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FFFFFF"/>
                </a:solidFill>
              </a:rPr>
              <a:t>•  For this hackathon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    We demonstrate the approach in healthcare: clinic ↔ hospital.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999AA"/>
                </a:solidFill>
              </a:defRPr>
            </a:pPr>
            <a:r>
              <a:t>DEMO — Research prototype only. Not medical advice, diagnosis, or treatment.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CrossMind — split inference across two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2000" b="1">
                <a:solidFill>
                  <a:srgbClr val="FFFFFF"/>
                </a:solidFill>
              </a:rPr>
              <a:t>•  Local model: Qwen 2.5 (clinic)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    Encodes patient text locally. The prompt string never leaves the clinic.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FFFFFF"/>
                </a:solidFill>
              </a:rPr>
              <a:t>•  Remote model: Llama 3.1 (hospital)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    Runs the specialist output layer on aligned vectors — not on your sentence.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FFFFFF"/>
                </a:solidFill>
              </a:rPr>
              <a:t>•  Linear alignment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    A learned matrix W* maps Qwen’s hidden space into Llama’s basis (Gorbett &amp; Jana, 2025).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FFFFFF"/>
                </a:solidFill>
              </a:rPr>
              <a:t>•  Trained on medical Q&amp;A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    Alignment trained on clinical question-answer pairs for domain accuracy.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0B981"/>
                </a:solidFill>
                <a:latin typeface="Courier New"/>
              </a:defRPr>
            </a:pPr>
            <a:r>
              <a:t>Clinic (Qwen)  →  h_B  →  h_aligned = h_B × W* + b*  ── vectors ──▶  Hospital (Llama) → LM head → token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999AA"/>
                </a:solidFill>
              </a:defRPr>
            </a:pPr>
            <a:r>
              <a:t>DEMO — Research prototype only. Not medical advice, diagnosis, or treatment.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Privacy Layer 1 — Sealed (wire obfuscation)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2000" b="1">
                <a:solidFill>
                  <a:srgbClr val="FFFFFF"/>
                </a:solidFill>
              </a:rPr>
              <a:t>•  Vector-by-vector transmission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    Each hidden state is sent individually — not the full document.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FFFFFF"/>
                </a:solidFill>
              </a:rPr>
              <a:t>•  Obfuscation with shared passphrase (rotation R)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    h_enc = h_aligned × R  —  Specialist only sees rotated vectors, never raw text.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FFFFFF"/>
                </a:solidFill>
              </a:rPr>
              <a:t>•  Wrong passphrase = garbled output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    Without the matching key, intercepted vectors are meaningless noise.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FFFFFF"/>
                </a:solidFill>
              </a:rPr>
              <a:t>•  Protects against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    Passive eavesdropper on the network link.</a:t>
            </a:r>
          </a:p>
        </p:txBody>
      </p:sp>
      <p:pic>
        <p:nvPicPr>
          <p:cNvPr id="4" name="Picture 3" descr="2_sealed_with_pass-1d582270-e737-4d46-9f4e-3c3e75c8366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486400" cy="32736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999AA"/>
                </a:solidFill>
              </a:defRPr>
            </a:pPr>
            <a:r>
              <a:t>DEMO — Research prototype only. Not medical advice, diagnosis, or treatment.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Privacy Layer 2 — HELIX (homomorphic encryption)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2000" b="1">
                <a:solidFill>
                  <a:srgbClr val="FFFFFF"/>
                </a:solidFill>
              </a:rPr>
              <a:t>•  CKKS homomorphic encryption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    The hospital computes on ciphertext — never sees the plaintext vector.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FFFFFF"/>
                </a:solidFill>
              </a:rPr>
              <a:t>•  Department routing (5 classes)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    Cardiology, Neurology, Oncology, Orthopedics, General Medicine.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FFFFFF"/>
                </a:solidFill>
              </a:rPr>
              <a:t>•  Hospital never sees the department label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    Only the clinic can decrypt the routing result. Truly encrypted compute.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FFFFFF"/>
                </a:solidFill>
              </a:rPr>
              <a:t>•  ~3.4s per routing request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    Practical for classification heads. Not yet viable for full-vocab generation.</a:t>
            </a:r>
          </a:p>
        </p:txBody>
      </p:sp>
      <p:pic>
        <p:nvPicPr>
          <p:cNvPr id="4" name="Picture 3" descr="4_helix_routing_encrypt-c0c5322f-4c4c-451d-8ef5-06407fdf1f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486400" cy="32736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999AA"/>
                </a:solidFill>
              </a:defRPr>
            </a:pPr>
            <a:r>
              <a:t>DEMO — Research prototype only. Not medical advice, diagnosis, or treatment.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What our privacy layers do — and what they don’t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0B981"/>
                </a:solidFill>
              </a:rPr>
              <a:t>✅  What it DOES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FFFFFF"/>
                </a:solidFill>
              </a:rPr>
              <a:t>•  Prompt text stays on the local machine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FFFFFF"/>
                </a:solidFill>
              </a:rPr>
              <a:t>•  Wire tap sees only rotated/encrypted vectors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FFFFFF"/>
                </a:solidFill>
              </a:rPr>
              <a:t>•  HELIX: hospital computes without seeing plaintext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FFFFFF"/>
                </a:solidFill>
              </a:rPr>
              <a:t>•  Department label decrypted only by clinic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FFFFFF"/>
                </a:solidFill>
              </a:rPr>
              <a:t>•  Data minimization — no full-text export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59E0B"/>
                </a:solidFill>
              </a:rPr>
              <a:t>⚠️  What it does NOT (yet)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CCCCCC"/>
                </a:solidFill>
              </a:rPr>
              <a:t>•  Full encrypted generation (server decrypts for Sealed gen)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CCCCCC"/>
                </a:solidFill>
              </a:rPr>
              <a:t>•  HIPAA/GDPR compliance certification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CCCCCC"/>
                </a:solidFill>
              </a:rPr>
              <a:t>•  Guarantee hospital learns nothing from vectors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CCCCCC"/>
                </a:solidFill>
              </a:rPr>
              <a:t>•  Clinical-grade diagnosis or medical advice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CCCCCC"/>
                </a:solidFill>
              </a:rPr>
              <a:t>•  Protection from a curious hub (for generation)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999AA"/>
                </a:solidFill>
              </a:defRPr>
            </a:pPr>
            <a:r>
              <a:t>DEMO — Research prototype only. Not medical advice, diagnosis, or treatment.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Live demo — Clinic ↔ Hospital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0B981"/>
                </a:solidFill>
              </a:rPr>
              <a:t>Alignment cosine: ~0.83   |   Routing accuracy: ~83% val   |   HELIX compute: ~3.4s   |   Sealed: real-time streaming</a:t>
            </a:r>
          </a:p>
        </p:txBody>
      </p:sp>
      <p:pic>
        <p:nvPicPr>
          <p:cNvPr id="4" name="Picture 3" descr="1_initial_state-7c9e8b79-2041-4e92-b799-2a1511f5b9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86000"/>
            <a:ext cx="5760720" cy="3442930"/>
          </a:xfrm>
          <a:prstGeom prst="rect">
            <a:avLst/>
          </a:prstGeom>
        </p:spPr>
      </p:pic>
      <p:pic>
        <p:nvPicPr>
          <p:cNvPr id="5" name="Picture 4" descr="4_helix_routing_encrypt-c0c5322f-4c4c-451d-8ef5-06407fdf1f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286000"/>
            <a:ext cx="5760720" cy="34373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5669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CCCCC"/>
                </a:solidFill>
              </a:defRPr>
            </a:pPr>
            <a:r>
              <a:t>↑ Sealed mode: clinic encodes, hospital decodes from vectors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5669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CCCCC"/>
                </a:solidFill>
              </a:defRPr>
            </a:pPr>
            <a:r>
              <a:t>↑ HELIX mode: encrypted routing, clinic decrypts department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999AA"/>
                </a:solidFill>
              </a:defRPr>
            </a:pPr>
            <a:r>
              <a:t>DEMO — Research prototype only. Not medical advice, diagnosis, or treatment.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Phase 2 — Beyond text queries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2000" b="1">
                <a:solidFill>
                  <a:srgbClr val="FFFFFF"/>
                </a:solidFill>
              </a:rPr>
              <a:t>•  Upload documents (PDF, TXT)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    Send encrypted document vectors for specialist analysis without exposing content.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FFFFFF"/>
                </a:solidFill>
              </a:rPr>
              <a:t>•  Upload images &amp; reports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    Medical imaging, lab reports — encoded locally, routed or analyzed remotely.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FFFFFF"/>
                </a:solidFill>
              </a:rPr>
              <a:t>•  Multi-modal encrypted routing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    Same HELIX pattern extended to richer inputs for better clinical results.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FFFFFF"/>
                </a:solidFill>
              </a:rPr>
              <a:t>•  The approach is domain-agnostic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    Finance, logistics, legal, industrial — wherever sensitive data meets central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7C3AED"/>
                </a:solidFill>
              </a:rPr>
              <a:t>Thank you</a:t>
            </a:r>
          </a:p>
          <a:p>
            <a:pPr>
              <a:spcBef>
                <a:spcPts val="1200"/>
              </a:spcBef>
            </a:pPr>
            <a:r>
              <a:rPr sz="1200">
                <a:solidFill>
                  <a:srgbClr val="9999AA"/>
                </a:solidFill>
              </a:rPr>
              <a:t>Reference: Gorbett, T., &amp; Jana, S. (2025). Characterizing Linear Alignment Across Language Models. arXiv:2603.18908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9999AA"/>
                </a:solidFill>
              </a:rPr>
              <a:t>AI BEAVERS Founder Hackathon · House of AI Hamburg · June 6,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999AA"/>
                </a:solidFill>
              </a:defRPr>
            </a:pPr>
            <a:r>
              <a:t>DEMO — Research prototype only. Not medical advice, diagnosis, or treatment.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